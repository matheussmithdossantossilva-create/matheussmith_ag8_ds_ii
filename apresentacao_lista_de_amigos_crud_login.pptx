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PROJETO LISTA</a:t>
            </a:r>
            <a:br/>
            <a:r>
              <a:t>DE AMIGOS</a:t>
            </a:r>
          </a:p>
          <a:p>
            <a:pPr>
              <a:defRPr sz="2400">
                <a:solidFill>
                  <a:srgbClr val="64DCCD"/>
                </a:solidFill>
              </a:defRPr>
            </a:pPr>
            <a:r>
              <a:t>CRUD com autenticação de usuário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846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6F0F2"/>
                </a:solidFill>
              </a:defRPr>
            </a:pPr>
            <a:r>
              <a:t>Apresentação técnica • Programação WEB II</a:t>
            </a:r>
            <a:br/>
            <a:r>
              <a:t>Matheus Smith dos Santos Silva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1. Objetivo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Uma agenda web simples para gerenciar contatos de amigos.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Permitir que uma pessoa autenticada cadastre, visualize, edite e exclua amigos.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Centralizar os dados em um banco MySQL.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Restringir as páginas internas por meio de sessão de login.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Demonstrar integração entre interface, PHP e banco de dados.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2. Tecnologias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Camadas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HTML: estrutura dos formulários e páginas.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CSS / W3.CSS: aparência responsiva, cores, cartões e botões.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PHP: processamento dos formulários, regras do sistema e navegação.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MySQL: armazenamento das tabelas amigo e usuario.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MySQLi: conexão e execução de comandos SQL; ambiente local configurado em localhost.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3. Estrutura dos arquivos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Separação entre telas, ações e componentes reutilizáveis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index.php: tela inicial de login.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loginAction.php: valida as credenciais e cria a sessão.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principal.php: menu com as opções Adicionar e Listar.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cadastro.php / cadastroAction.php: formulário e gravação do amigo.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listar.php, atualizar.php, excluir.php e respectivos arquivos Action: operações do CRUD.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conexaoBD.php, cabecalho.php e rodape.php: conexão e partes compartilhadas.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4. 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Schema pwii — estrutura identificada no script Sqls.sql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Tabela amigo: idamigo (chave primária, AUTO_INCREMENT), nome, apelido e email.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Tabela usuario: idusuario (chave primária, AUTO_INCREMENT), nome e senha.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Os campos de texto estão definidos como VARCHAR(45); os campos principais são NOT NULL.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O script também cria tabela professor, usada em outro exemplo da atividade.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5. Login e controle de acesso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Fluxo: formulário → validação → sessão → área restrita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index.php envia txtNome e txtSenha por POST para loginAction.php.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O PHP consulta a tabela usuario e compara a senha informada com a armazenada.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Se válido, grava o nome em $_SESSION['logado']; caso contrário, mostra login inválido.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verificarAcesso.php inicia a sessão quando necessário e redireciona usuários não autenticados.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logoutAction.php remove a variável de sessão e retorna à tela de login.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6. CRUD — Create e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Cadastro e listagem de amigos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Create: cadastro.php coleta nome, apelido e email; cadastroAction.php executa INSERT.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Após a operação, o sistema informa sucesso ou erro.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Read: listar.php executa SELECT * FROM amigo e percorre os resultados.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A tabela apresenta código, nome, apelido e email, além de ações para atualizar e excluir.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O código do amigo é gerado automaticamente pelo banco.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7. CRUD — Update e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Alteração e remoção com confirmação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Update: atualizar.php carrega os dados selecionados e apresenta um formulário editável.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atualizarAction.php recebe os campos por POST e executa UPDATE usando idamigo como filtro.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Delete: excluir.php exibe os dados do contato e solicita confirmação.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excluirAction.php executa DELETE para o id selecionado.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As páginas de operação verificam a sessão antes de executar ações.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8. Como demonstrar o funcionamento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Roteiro sugerido para a apresentação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1. Abrir a aplicação no navegador e mostrar a tela de login.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2. Tentar entrar com dados inválidos e observar a mensagem.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3. Entrar com usuário de demonstração configurado no SQL: gabi / gabi123.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4. Cadastrar um amigo e confirmar que aparece na listagem.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5. Editar o nome ou email; depois excluir um registro de teste.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6. Sair pelo botão Logout e tentar abrir uma página interna para demonstrar o bloqueio.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9. Segurança e melhorias possíveis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Pontos técnicos importantes para uma evolução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O exemplo didático compara senhas em texto simples; em produção, usar password_hash() e password_verify().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As consultas concatenam dados recebidos do formulário; substituir por prepared statements para reduzir risco de SQL injection.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Validar e normalizar os campos no servidor, além do atributo required nos formulários.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Usar HTTPS, cookies de sessão seguros e regenerar o ID da sessão após login.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Adicionar mensagens de erro acessíveis, proteção CSRF e confirmação explícita antes de excluir.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10.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Competências demonstradas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Construção de formulários e navegação entre páginas web.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Processamento de dados com PHP e métodos POST/GET.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Conexão com MySQL e operações SQL de inserção, consulta, atualização e exclusão.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Autenticação básica, sessões e controle de acesso.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Organização do projeto em arquivos com responsabilidades distintas.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Próximo passo: aplicar melhorias de segurança e publicar o código no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34"/>
                </a:solidFill>
              </a:defRPr>
            </a:pPr>
            <a:r>
              <a:t>Referência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Arquivos analisados no material da atividade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Diretório principal utilizado: MergulhandoNoTemaSession.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Script de banco de dados: Sqls.sql.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Observação: esta apresentação descreve a implementação presente no ZIP e também destaca melhorias recomendadas.</a:t>
            </a:r>
          </a:p>
          <a:p>
            <a:pPr>
              <a:spcAft>
                <a:spcPts val="1700"/>
              </a:spcAft>
              <a:defRPr sz="2100">
                <a:solidFill>
                  <a:srgbClr val="182A34"/>
                </a:solidFill>
              </a:defRPr>
            </a:pPr>
            <a:r>
              <a:t>•  Antes de publicar no GitHub, conferir se não há senhas reais, dados pessoais ou configurações locais expostas.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0"/>
                </a:solidFill>
              </a:defRPr>
            </a:pPr>
            <a:r>
              <a:t>Projeto Lista de Amigos •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